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1097280"/>
            <a:ext cx="2926080" cy="2926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2011680" cy="2011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6400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0F172A"/>
                </a:solidFill>
                <a:latin typeface="Arial"/>
              </a:defRPr>
            </a:pPr>
            <a:r>
              <a:t>Автобус хотоход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Arial"/>
              </a:defRPr>
            </a:pPr>
            <a:r>
              <a:t>Pinequest S5 · Баг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Асуудал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91440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11,125 хараа ихэссэн иргэн · автобусанд гарахад тусламжгүй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47472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rial"/>
              </a:defRPr>
            </a:pPr>
            <a:r>
              <a:t>Камер + Hamuga API — хаалга хүртэл чиглүүлнэ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82880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0" b="1">
                <a:solidFill>
                  <a:srgbClr val="1D4ED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"/>
              </a:defRPr>
            </a:pPr>
            <a:r>
              <a:t>Буруу «энэ таны автобус»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rial"/>
              </a:defRPr>
            </a:pPr>
            <a:r>
              <a:t>Итгэлгүй бол «баталгаажуулна уу»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Arial"/>
              </a:defRPr>
            </a:pPr>
            <a:r>
              <a:t>Зам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Хаашаа · эсвэл автобусын дугаар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Ирэх мэдэгдэл · бэлэн бол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Камер + API · хаалга руу чиглүүлэх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Arial"/>
              </a:defRPr>
            </a:pPr>
            <a:r>
              <a:t>Тоо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1D4ED8"/>
                </a:solidFill>
                <a:latin typeface="Arial"/>
              </a:defRPr>
            </a:pPr>
            <a:r>
              <a:t>11.1K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rial"/>
              </a:defRPr>
            </a:pPr>
            <a:r>
              <a:t>хараа ихэссэн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286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1D4ED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29184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rial"/>
              </a:defRPr>
            </a:pPr>
            <a:r>
              <a:t>эх сурвалж зөвшилцөх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1D4ED8"/>
                </a:solidFill>
                <a:latin typeface="Arial"/>
              </a:defRPr>
            </a:pPr>
            <a:r>
              <a:t>&lt;2s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29184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rial"/>
              </a:defRPr>
            </a:pPr>
            <a:r>
              <a:t>«таны автобус» хэлэх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Шийдэл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91440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Утасны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47472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rial"/>
              </a:defRPr>
            </a:pPr>
            <a:r>
              <a:t>Сүлжээ хүлээхгүй чиглүүлэг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82880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0" b="1">
                <a:solidFill>
                  <a:srgbClr val="1D4ED8"/>
                </a:solidFill>
                <a:latin typeface="Arial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"/>
              </a:defRPr>
            </a:pPr>
            <a:r>
              <a:t>Frame санал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rial"/>
              </a:defRPr>
            </a:pPr>
            <a:r>
              <a:t>Нэг кадраар шийдэхгүй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Arial"/>
              </a:defRPr>
            </a:pPr>
            <a:r>
              <a:t>Аюулгүй байдал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Автобус хөдлөх → «хол зогс»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SOS — гэр бүлд байршил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Arial"/>
              </a:defRPr>
            </a:pPr>
            <a:r>
              <a:t>Нэг чихний дуу + илбэр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13716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Arial"/>
              </a:defRPr>
            </a:pPr>
            <a:r>
              <a:t>avtobus-khotoch.vercel.app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Arial"/>
              </a:defRPr>
            </a:pPr>
            <a:r>
              <a:t>Live demo · Android Chrome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Arial"/>
              </a:defRPr>
            </a:pPr>
            <a:r>
              <a:t>Манай баг</a:t>
            </a:r>
          </a:p>
        </p:txBody>
      </p:sp>
      <p:pic>
        <p:nvPicPr>
          <p:cNvPr id="3" name="Picture 2" descr="l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1325880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3774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Backend · API · OCR</a:t>
            </a:r>
          </a:p>
        </p:txBody>
      </p:sp>
      <p:pic>
        <p:nvPicPr>
          <p:cNvPr id="6" name="Picture 5" descr="khaliu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132588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23774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Халиун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74320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YOLO · ONNX · AI UI</a:t>
            </a:r>
          </a:p>
        </p:txBody>
      </p:sp>
      <p:pic>
        <p:nvPicPr>
          <p:cNvPr id="9" name="Picture 8" descr="chuluu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132588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23774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Чулуунбат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4320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App · PWA · дуу</a:t>
            </a:r>
          </a:p>
        </p:txBody>
      </p:sp>
      <p:pic>
        <p:nvPicPr>
          <p:cNvPr id="12" name="Picture 11" descr="uranzu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820" y="3931920"/>
            <a:ext cx="960120" cy="960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98348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Uranzul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Чиглүүлэг · SOS</a:t>
            </a:r>
          </a:p>
        </p:txBody>
      </p:sp>
      <p:pic>
        <p:nvPicPr>
          <p:cNvPr id="15" name="Picture 14" descr="otg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980" y="3931920"/>
            <a:ext cx="960120" cy="960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51960" y="498348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Otgonjargal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53492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Дата · дуу · тест</a:t>
            </a:r>
          </a:p>
        </p:txBody>
      </p:sp>
      <p:sp>
        <p:nvSpPr>
          <p:cNvPr id="18" name="Oval 17"/>
          <p:cNvSpPr/>
          <p:nvPr/>
        </p:nvSpPr>
        <p:spPr>
          <a:xfrm>
            <a:off x="9121140" y="3931920"/>
            <a:ext cx="960120" cy="9601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40" y="4251960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98348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6-р гишүүн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3492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Нэр · үүрэг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601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«Автобусын дугаарыг харахгүй — зөвхөн сонсож мэдэхгүй.»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rial"/>
              </a:defRPr>
            </a:pPr>
            <a:r>
              <a:t>— Хэрэглэгчийн ярилцлага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Arial"/>
              </a:defRPr>
            </a:pPr>
            <a:r>
              <a:t>Бид юу хэмжих вэ?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Arial"/>
              </a:defRPr>
            </a:pPr>
            <a:r>
              <a:t>•  Буруу «тийм»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Arial"/>
              </a:defRPr>
            </a:pPr>
            <a:r>
              <a:t>•  Хаалга хүрсэн X/Y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F172A"/>
                </a:solidFill>
                <a:latin typeface="Arial"/>
              </a:defRPr>
            </a:pPr>
            <a:r>
              <a:t>•  Туслах 10 асуулт X/10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182880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0F172A"/>
                </a:solidFill>
                <a:latin typeface="Arial"/>
              </a:defRPr>
            </a:pPr>
            <a:r>
              <a:t>Баярлалаа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  <a:latin typeface="Arial"/>
              </a:defRPr>
            </a:pPr>
            <a:r>
              <a:t>Асуулт?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Arial"/>
              </a:defRPr>
            </a:pPr>
            <a:r>
              <a:t>Баг 10 · Pinequest Season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